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74720"/>
            <a:ext cx="164592" cy="166878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Thematic Alignment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Scientific Journals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Sentence-BERT · BERTopic · UMAP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İpek İbrahimoğlu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Trakya University · Computer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Erasmus+ Exchange, Università degli Studi di Milano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2C4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 define scope via Aims &amp; Scope statements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published content can drift over time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this drift is critical for bibliometrics, peer-review routing, and indexing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methods fail — same concepts appear under different vocabulary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3716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Aims &amp; Scope + abstracts into the same vector space using Sentence-BERT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alignment via cosine similarity → one score per paper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thematic drift as a downward trend in annual mean scores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topics are driving the change using BERTopic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Research Question &amp;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2C4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quantitatively detect thematic drift in a scientific journal by measuring the semantic alignment between its published papers and its Aims &amp; Scope?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554480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cs.CL · 2015–2026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1,918 abstracts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320040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6544" y="1920240"/>
            <a:ext cx="1554480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66544" y="265176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21024" y="320040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67328" y="1920240"/>
            <a:ext cx="1554480" cy="2560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Alignment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67328" y="265176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Aims &amp; Scope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21808" y="320040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8112" y="1920240"/>
            <a:ext cx="1554480" cy="2560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Topic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68112" y="265176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+ HDBSCAN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TF-IDF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22592" y="320040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68896" y="1920240"/>
            <a:ext cx="1554480" cy="2560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1965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68896" y="265176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flagging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2C4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10972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encoder trained with siamese network architecture. Maps sentences into a shared semantic vector space where cosine similarity reflects meaning similarity.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14400"/>
            <a:ext cx="10972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5331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distilled model, 384-dimensional output. Fast and optimized for semantic similarity tasks. Validated against all-mpnet-base-v2 and allenai-specter.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34640"/>
            <a:ext cx="109728" cy="1737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topic modeling: UMAP compresses vectors → HDBSCAN finds clusters → class-based TF-IDF generates labels. No pre-specified topic count.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834640"/>
            <a:ext cx="109728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27355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A(pᵢ) = cosine_similarity(abstract_embedding, scope_vector)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threshold: bottom 5th percentile (score &lt; 0.1435)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Dataset &amp; Key Statistics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2C4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80136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collected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(2015–2026)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78992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80136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alignment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005840"/>
            <a:ext cx="1920240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078992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26280" y="180136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papers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(bottom 5%)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005840"/>
            <a:ext cx="1920240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078992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583680" y="1801368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from 2016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56032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arXiv API — cs.CL category, 150–193 papers per year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Computational Linguistics journal Aims &amp; Scope (fixed snapshot)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range: −0.004 to 0.566  ·  Std dev: 0.084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threshold: 0.1435 (5th percentile of distribution)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Alignment Score Distribution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2C4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4114800" cy="2743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68680"/>
            <a:ext cx="411480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Global score distribution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66344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Yearly mean alignment score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distribution centered at 0.282 — no clean split between aligned/misaligned papers. Alignment peaked in 2016 (0.306) and declined steadily to 0.237 by 2026 — a 22% drop.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Thematic Drift Over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2C4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4114800" cy="25603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68680"/>
            <a:ext cx="411480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3: Score distribution by year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66344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4: p10 / median / p90 trends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is consistent across the full distribution — not just extreme outliers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variance in 2025–2026 reflects growing heterogeneity of cs.CL category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Outlier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2C4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868680"/>
            <a:ext cx="41148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misaligned papers (qualitative validation):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411480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University Impact: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approach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11880" y="141732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−0.004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121408"/>
            <a:ext cx="411480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1671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optimal dereverberation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beamforming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11880" y="216712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0.005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871216"/>
            <a:ext cx="411480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91693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FLowHigh: Audio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11880" y="291693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0.023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0" y="3794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5: Outlier rate by year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in 2021 (7.3%) and 2025 (8.0%) — consistent with LLM-driven category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— Topic Structure (BERTopic)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2C4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4114800" cy="29260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68680"/>
            <a:ext cx="4114800" cy="2926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3794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6: Mean alignment by topic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663440" y="3794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7: UMAP colored by alignment (★ = Aims &amp; Scope)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aligned: </a:t>
            </a:r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parsing · natural language generation · morphological analysis    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aligned: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image/video processing · audio super-resolution · adversarial ML 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in Topic −1 (noise — no coherent cluster)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— Model Comparison (Robustness Check)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2C4A7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4114800" cy="23774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68680"/>
            <a:ext cx="4114800" cy="2377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3246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8: Drift by model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663440" y="3246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9: Pairwise score correlations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65760" y="361188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3611880"/>
            <a:ext cx="9144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3657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40050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· 6 layers · 22M params · Fast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27832" y="361188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27832" y="3611880"/>
            <a:ext cx="914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10712" y="3657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10712" y="40050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· 12 layers · 109M params · Stronger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9904" y="361188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9904" y="3611880"/>
            <a:ext cx="9144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2784" y="36576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allenai-specter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72784" y="400507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papers · 12 layers · Citation-based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Concluding Remarks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2C4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86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declined 22% from 2016 to 2026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rate nearly tripled: 2.4% → 8.0%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themes: audio, image, adversarial ML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robust across 3 encoder models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generalizable to any journal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86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258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only — full-text may differ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scope vector loses granularity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 journal for comparison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sentence-level scope decomposition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multi-journal 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40480"/>
            <a:ext cx="164592" cy="1303020"/>
          </a:xfrm>
          <a:prstGeom prst="rect">
            <a:avLst/>
          </a:prstGeom>
          <a:solidFill>
            <a:srgbClr val="3B9EE8"/>
          </a:solidFill>
          <a:ln w="12700">
            <a:solidFill>
              <a:srgbClr val="3B9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0" y="2606040"/>
            <a:ext cx="5486400" cy="0"/>
          </a:xfrm>
          <a:prstGeom prst="line">
            <a:avLst/>
          </a:prstGeom>
          <a:noFill/>
          <a:ln w="12700">
            <a:solidFill>
              <a:srgbClr val="3B59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github.com/ipekibrahimoglu/NLP_ForFinal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ipekibrahimogluu@gmail.com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 &amp; Gurevych (2019)  ·  Grootendorst (2022)  ·  Picascia et al. (2025)  ·  Hassan-Montero et al. (2014)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Thematic Alignment in Scientific Journals</dc:title>
  <dc:subject>PptxGenJS Presentation</dc:subject>
  <dc:creator>İpek İbrahimoğlu</dc:creator>
  <cp:lastModifiedBy>İpek İbrahimoğlu</cp:lastModifiedBy>
  <cp:revision>1</cp:revision>
  <dcterms:created xsi:type="dcterms:W3CDTF">2026-05-29T15:23:05Z</dcterms:created>
  <dcterms:modified xsi:type="dcterms:W3CDTF">2026-05-29T15:23:05Z</dcterms:modified>
</cp:coreProperties>
</file>